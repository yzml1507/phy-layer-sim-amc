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各位老师好，我的项目是把通信原理里一条完整链路从比特到比特实现出来——信道编码、调制、成型、同步、均衡、OFDM，再让这条链路自己产数据，训练神经网络识别调制方式。物理层链路全部用 NumPy 手写（AMC 用 PyTorch），没有调通信库。（~20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动机很简单：课上学了一堆公式，但没见过它们连成一条链路的样子。左边发射、右边接收，接收端每一级对应撤销一种信道损伤。我按'一级一个问题'组织代码，所以每个模块都能单独讲透。（~30 秒；钩子：模块划分=课本章节）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难点都在接收端，挑两个讲。突发接收机流水线：相关定帧→两段 ZC 前导 Moose CFO→LS 信道估计→MMSE 均衡→判决引导相位跟踪。调通过程踩过伪相关峰、周期模糊、噪声泄漏、首径选错四个真实的坑。（~60 秒；深挖：CFO std 3.5e-5 周/样点，离渐近界差 2%；LS 每抽头 σ²/Ntr）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 BER 逐点压理论曲线说明仿真没写错；中间软判决 Viterbi 工作区增益约 2dB；右边 OFDM 与单载波同信道对比——低 SNR 下 OFDM 反而更好（有限长 MMSE 均衡退化残留 ISI；OFDM 把 ISI 化成逐载波平坦衰落）；高 SNR OFDM ~1% 残留来自深衰落载波噪声放大。（~60 秒；钩子：CFO 不补偿 → ICI 闭式 (πε)²/3，ε=0.192→−9.4dB，补偿后 −48dB）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链路当数据工厂，喂给 1D-ResNet 做调制识别。Kaggle GPU 全量训练混合 SNR 76.9%、高 SNR 端 ~88%。混淆矩阵结构最有意思：网络自己学出 PSK 族内、QAM 族内混淆对——学到的是物理特征。（~40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工程习惯：63 项测试、逐模块中文文档站、CI、可复现实验脚本，还有一页'每条数字怎么复核'的清单——文档里每个数字都能一条命令重算。（~10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总结：项目把课本理论落成可验证链路+AI 识别模块。下一步：LDPC/Polar、RadioML 公开数据集对照、SDR 实物验证。我对物理层链路方向很感兴趣，希望研究生阶段继续深入。（~20 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备用页：被问任何一条数字都指到 verification.md 的复现命令。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2794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数字通信物理层仿真平台 + 智能调制识别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BFD3EA"/>
                </a:solidFill>
                <a:latin typeface="Microsoft YaHei"/>
              </a:rPr>
              <a:t>从比特到比特：编码·调制·成型·同步·均衡·OFDM 全链路 NumPy 手写实现，链路产出数据训练 1D-ResNet 自动调制分类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8FA8C8"/>
                </a:solidFill>
                <a:latin typeface="Microsoft YaHei"/>
              </a:rPr>
              <a:t>汇报人：XXX    报考：信息与通信工程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一条链路，每一级撤销一种信道损伤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代码按“一级一个问题”组织——每个模块都能单独展开讲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比特源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2185416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5416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卷积码 171/133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7912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交织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0408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0408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调制 QPSK/16QAM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2904" y="1965960"/>
            <a:ext cx="1572768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4" y="2039112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1B2A4A"/>
                </a:solidFill>
                <a:latin typeface="Microsoft YaHei"/>
              </a:rPr>
              <a:t>RRC 成型 β=0.35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6FB7"/>
                </a:solidFill>
                <a:latin typeface="Microsoft YaHei"/>
              </a:rPr>
              <a:t>发射端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多径衰落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2696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82696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载波频偏 CFO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5232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AWGN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2788920"/>
            <a:ext cx="1847088" cy="566928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2862072"/>
            <a:ext cx="18470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9A4A1E"/>
                </a:solidFill>
                <a:latin typeface="Microsoft YaHei"/>
              </a:rPr>
              <a:t>定时偏差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880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9A4A1E"/>
                </a:solidFill>
                <a:latin typeface="Microsoft YaHei"/>
              </a:rPr>
              <a:t>信道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帧同步(相关)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48256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8256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Moose CFO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2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LS 信道估计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MMSE 均衡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4264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相位跟踪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611880"/>
            <a:ext cx="1417320" cy="566928"/>
          </a:xfrm>
          <a:prstGeom prst="rect">
            <a:avLst/>
          </a:prstGeom>
          <a:solidFill>
            <a:srgbClr val="E3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666744"/>
            <a:ext cx="1417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E6FB7"/>
                </a:solidFill>
                <a:latin typeface="Microsoft YaHei"/>
              </a:rPr>
              <a:t>Viterbi 译码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6FB7"/>
                </a:solidFill>
                <a:latin typeface="Microsoft YaHei"/>
              </a:rPr>
              <a:t>接收端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091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OFDM 支线：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N_fft=64 / CP=16 / 导频 {6,18,42,54}——同一批损伤在频域对付：Schmidl-Cox 定时 → CFO → 逐载波信道估计 → CPE 相位跟踪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AMC 支线：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链路反过来当数据工厂，生成带标注 I/Q 样本训练 1D-ResNet 识别调制方式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9A4A1E"/>
                </a:solidFill>
                <a:latin typeface="Microsoft YaHei"/>
              </a:rPr>
              <a:t>面试点：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接收端每一级对应课本一章——同步(06)、信道估计(09)、均衡(07)、译码(04)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接收机流水线：四个真实的坑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突发链路：定帧 → CFO → 信道估计 → 均衡 → 相位跟踪 → 译码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3</a:t>
            </a:r>
          </a:p>
        </p:txBody>
      </p:sp>
      <p:pic>
        <p:nvPicPr>
          <p:cNvPr id="6" name="Picture 5" descr="burst_inter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487" y="1554480"/>
            <a:ext cx="5882545" cy="2743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45262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1B2A4A"/>
                </a:solidFill>
                <a:latin typeface="Microsoft YaHei"/>
              </a:rPr>
              <a:t>调通过程踩过的四个坑：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伪相关峰（短前导周期性）→ 换长前导定帧；周期模糊 → 双段 ZC；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噪声泄漏 → 信道估计按门限截断；首径选错 → 相关峰需对齐长前导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2E6FB7"/>
                </a:solidFill>
                <a:latin typeface="Microsoft YaHei"/>
              </a:rPr>
              <a:t>估计器对照理论界验证过：</a:t>
            </a:r>
            <a:r>
              <a:rPr sz="1500" b="0">
                <a:solidFill>
                  <a:srgbClr val="555F6E"/>
                </a:solidFill>
                <a:latin typeface="Microsoft YaHei"/>
              </a:rPr>
              <a:t>CFO 估计 std=3.5e-5 周/样点，离渐近界仅差 2%（达界）；LS 信道估计每抽头方差 σ²/Ntr，实测/界 = 1.0~1.05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验证：仿真压理论曲线，增益可定量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BER 逐点压理论 → 仿真没写错；每条数字都能一条命令重算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4</a:t>
            </a:r>
          </a:p>
        </p:txBody>
      </p:sp>
      <p:pic>
        <p:nvPicPr>
          <p:cNvPr id="6" name="Picture 5" descr="ber_aw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9012"/>
            <a:ext cx="3703320" cy="254561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BER vs 理论（纯 AWGN 压线）</a:t>
            </a:r>
          </a:p>
        </p:txBody>
      </p:sp>
      <p:pic>
        <p:nvPicPr>
          <p:cNvPr id="8" name="Picture 7" descr="burst_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859012"/>
            <a:ext cx="3703320" cy="2545615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315968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编码增益：软判 Viterbi ≈ +2dB</a:t>
            </a:r>
          </a:p>
        </p:txBody>
      </p:sp>
      <p:pic>
        <p:nvPicPr>
          <p:cNvPr id="10" name="Picture 9" descr="ofdm_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889745"/>
            <a:ext cx="3703320" cy="2484149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20456" y="470916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55F6E"/>
                </a:solidFill>
                <a:latin typeface="Microsoft YaHei"/>
              </a:rPr>
              <a:t>OFDM vs 单载波（同信道对比）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2E6FB7"/>
                </a:solidFill>
                <a:latin typeface="Microsoft YaHei"/>
              </a:rPr>
              <a:t>低 SNR 下 OFDM 反而优于单载波</a:t>
            </a:r>
            <a:r>
              <a:rPr sz="1450" b="0">
                <a:solidFill>
                  <a:srgbClr val="555F6E"/>
                </a:solidFill>
                <a:latin typeface="Microsoft YaHei"/>
              </a:rPr>
              <a:t>——有限长 MMSE 均衡器退化为匹配滤波，残留 ISI 除不掉；OFDM 把 ISI 化成逐载波平坦衰落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1">
                <a:solidFill>
                  <a:srgbClr val="1B2A4A"/>
                </a:solidFill>
                <a:latin typeface="Microsoft YaHei"/>
              </a:rPr>
              <a:t>CFO 不补偿 → ICI 闭式 </a:t>
            </a:r>
            <a:r>
              <a:rPr sz="1450" b="0">
                <a:solidFill>
                  <a:srgbClr val="555F6E"/>
                </a:solidFill>
                <a:latin typeface="Microsoft YaHei"/>
              </a:rPr>
              <a:t>P=(πε)²/3：ε=0.192 → −9.4dB，64QAM ~70% 报废；补偿后残余 −48dB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链路当数据工厂：1D-ResNet 调制识别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Kaggle T4 全量训练 · 5 类调制 · 332K 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5</a:t>
            </a:r>
          </a:p>
        </p:txBody>
      </p:sp>
      <p:pic>
        <p:nvPicPr>
          <p:cNvPr id="6" name="Picture 5" descr="amc_eval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7840"/>
            <a:ext cx="8412480" cy="350520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52560" y="173736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2E6FB7"/>
                </a:solidFill>
                <a:latin typeface="Microsoft YaHei"/>
              </a:rPr>
              <a:t>76.9%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混合 SNR 准确率（高 SNR 端 ~88%）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1B2A4A"/>
                </a:solidFill>
                <a:latin typeface="Microsoft YaHei"/>
              </a:rPr>
              <a:t>混淆结构 = 物理特征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55F6E"/>
                </a:solidFill>
                <a:latin typeface="Microsoft YaHei"/>
              </a:rPr>
              <a:t>网络自己学出 PSK 族内、方形 QAM 族内的混淆对——与手工统计特征的教科书结论一致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工程习惯：每个数字都能一条命令重算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63 项测试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57 项 Python 数值验证（贴理论曲线/理论界）+ 6 项 JS 回归（CI 里 node 实跑演示页真实代码）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理论界回归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CFO 达界、LS 每抽头 σ²/Ntr、d_free=10 枚举、ICI 闭式……全部固化成 CI 断言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文档站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10 篇模块讲解 + 面试手册 + 交互演示页（mkdocs，push 自动部署）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数字复核清单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  —— 文档里每条定量声称对应一条复现命令，任何人可一键验证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1B2A4A"/>
                </a:solidFill>
                <a:latin typeface="Microsoft YaHei"/>
              </a:rPr>
              <a:t>做了什么：</a:t>
            </a:r>
            <a:r>
              <a:rPr sz="1600" b="0">
                <a:solidFill>
                  <a:srgbClr val="555F6E"/>
                </a:solidFill>
                <a:latin typeface="Microsoft YaHei"/>
              </a:rPr>
              <a:t>把课本理论落成一条可验证的完整链路（突发单载波 + OFDM），并外接 AI 调制识别模块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2E6FB7"/>
                </a:solidFill>
                <a:latin typeface="Microsoft YaHei"/>
              </a:rPr>
              <a:t>下一步：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LDPC / Polar 现代信道编码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RadioML2016/2018 公开数据集对照实验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>  · SDR（USRP/PlutoSDR）实物收发验证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555F6E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Microsoft YaHei"/>
              </a:rPr>
              <a:t>我对物理层链路方向很感兴趣，希望在研究生阶段继续深入。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Microsoft YaHei"/>
              </a:rPr>
              <a:t>备用页 · 关键数字速查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555F6E"/>
                </a:solidFill>
                <a:latin typeface="Microsoft YaHei"/>
              </a:rPr>
              <a:t>问答环节用——每条都有 CI 测试或复现命令背书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55F6E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600200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824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CFO 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8249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std 3.5e-5 周/样点 ≈ 0.10°/符号，实测/界=1.02（达界）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2167128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ICI 代价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49424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不补偿 ε=0.192→−9.4dB（64QAM ~70% 报废）；补偿后 −48dB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34056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2734056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16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均衡收益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1635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severe 多径 SER 27.4%→0.024%；ZF 噪声增强 ×6.6 vs MMSE ×3.9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00984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3300984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编码增益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3832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软判 Viterbi ≈ +2dB；d_free=10 → 渐近 ~7dB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67912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3867912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50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相干带宽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9502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severe σ_τ=2.01 样点→B_c≈0.08，载波间隔 1/64，余量 5~9×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34840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51760" y="4434840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17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Ricean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51713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P(|h|²&lt;−10dB)：K=0→9.5% / K=3→2.8% / K=10→0.07%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2011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51760" y="5001768"/>
            <a:ext cx="8869680" cy="512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840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AMC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084064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混合 SNR 76.9%、高 SNR ~88%；AMCNet(5) 参数 332,165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568696"/>
            <a:ext cx="2011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5568696"/>
            <a:ext cx="8869680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50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1B2A4A"/>
                </a:solidFill>
                <a:latin typeface="Microsoft YaHei"/>
              </a:rPr>
              <a:t>OFDM 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65099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50" b="0">
                <a:solidFill>
                  <a:srgbClr val="555F6E"/>
                </a:solidFill>
                <a:latin typeface="Microsoft YaHei"/>
              </a:rPr>
              <a:t>N_fft=64、CP=16、62 可用载波、4 导频→58 数据载波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